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4A2C1D"/>
                </a:solidFill>
                <a:latin typeface="微软雅黑"/>
                <a:ea typeface="微软雅黑"/>
              </a:rPr>
              <a:t>课程标题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副标题 / 课程模块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7B67"/>
                </a:solidFill>
                <a:latin typeface="微软雅黑"/>
                <a:ea typeface="微软雅黑"/>
              </a:rPr>
              <a:t>主讲人：XXX　　2026 年秋季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A2C1D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841248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2762E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465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753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79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89703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92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04103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0" y="1371600"/>
            <a:ext cx="4389120" cy="4389120"/>
          </a:xfrm>
          <a:prstGeom prst="ellipse">
            <a:avLst/>
          </a:prstGeom>
          <a:solidFill>
            <a:srgbClr val="FB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0" y="2103120"/>
            <a:ext cx="2926080" cy="292608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章节标题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E6D3"/>
                </a:solidFill>
                <a:latin typeface="微软雅黑"/>
                <a:ea typeface="微软雅黑"/>
              </a:rPr>
              <a:t>这一章你会学到什么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页面标题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微软雅黑"/>
                <a:ea typeface="微软雅黑"/>
              </a:rPr>
              <a:t>小标题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7B67"/>
                </a:solidFill>
                <a:latin typeface="微软雅黑"/>
                <a:ea typeface="微软雅黑"/>
              </a:rPr>
              <a:t>在此输入正文内容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微软雅黑"/>
                <a:ea typeface="微软雅黑"/>
              </a:rPr>
              <a:t>小标题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7B67"/>
                </a:solidFill>
                <a:latin typeface="微软雅黑"/>
                <a:ea typeface="微软雅黑"/>
              </a:rPr>
              <a:t>在此输入正文内容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A2C1D"/>
                </a:solidFill>
                <a:latin typeface="微软雅黑"/>
                <a:ea typeface="微软雅黑"/>
              </a:rPr>
              <a:t>下课啦，谢谢大家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2762E"/>
                </a:solidFill>
                <a:latin typeface="微软雅黑"/>
                <a:ea typeface="微软雅黑"/>
              </a:rPr>
              <a:t>课后作业见学习群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