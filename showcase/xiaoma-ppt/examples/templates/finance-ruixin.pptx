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睿信资本 · 内部资料 · 请勿外传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fin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31720"/>
            <a:ext cx="822960" cy="4572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宋体"/>
                <a:ea typeface="思源宋体"/>
              </a:rPr>
              <a:t>报告主标题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A45C"/>
                </a:solidFill>
                <a:latin typeface="微软雅黑"/>
                <a:ea typeface="微软雅黑"/>
              </a:rPr>
              <a:t>副标题：请输入副标题内容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B8CA"/>
                </a:solidFill>
                <a:latin typeface="微软雅黑"/>
                <a:ea typeface="微软雅黑"/>
              </a:rPr>
              <a:t>汇报人：XXX　|　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C9A45C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6128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目录标题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1856231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0" y="203911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488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目录标题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843784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302666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36392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目录标题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831336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54880" y="4014216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123944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目录标题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54880" y="4818888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54880" y="5001768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111496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目录标题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4880" y="5806440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章节标题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EB8CA"/>
                </a:solidFill>
                <a:latin typeface="微软雅黑"/>
                <a:ea typeface="微软雅黑"/>
              </a:rPr>
              <a:t>章节副标题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页面标题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474720" cy="35661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标题文字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微软雅黑"/>
                <a:ea typeface="微软雅黑"/>
              </a:rPr>
              <a:t>请在此处输入具体内容，建议精炼概括。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920240"/>
            <a:ext cx="3474720" cy="35661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标题文字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743200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微软雅黑"/>
                <a:ea typeface="微软雅黑"/>
              </a:rPr>
              <a:t>请在此处输入具体内容，建议精炼概括。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920240"/>
            <a:ext cx="3474720" cy="35661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微软雅黑"/>
                <a:ea typeface="微软雅黑"/>
              </a:rPr>
              <a:t>标题文字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微软雅黑"/>
                <a:ea typeface="微软雅黑"/>
              </a:rPr>
              <a:t>请在此处输入具体内容，建议精炼概括。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思源宋体"/>
                <a:ea typeface="思源宋体"/>
              </a:rPr>
              <a:t>页面标题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思源宋体"/>
                <a:ea typeface="思源宋体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C9A45C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B8CA"/>
                </a:solidFill>
                <a:latin typeface="微软雅黑"/>
                <a:ea typeface="微软雅黑"/>
              </a:rPr>
              <a:t>睿信资本 · 让每一份资产都被认真对待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