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94360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85800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530352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6858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0B5563"/>
                </a:solidFill>
                <a:latin typeface="微软雅黑"/>
                <a:ea typeface="微软雅黑"/>
              </a:rPr>
              <a:t>在此输入标题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0E9AA7"/>
                </a:solidFill>
                <a:latin typeface="微软雅黑"/>
                <a:ea typeface="微软雅黑"/>
              </a:rPr>
              <a:t>请输入副标题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91456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B5563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0E9AA7"/>
                </a:solidFill>
                <a:latin typeface="微软雅黑"/>
                <a:ea typeface="微软雅黑"/>
              </a:rPr>
              <a:t>CONTENTS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31520" y="2148840"/>
            <a:ext cx="3383280" cy="1691640"/>
            <a:chOff x="731520" y="2148840"/>
            <a:chExt cx="3383280" cy="1691640"/>
          </a:xfrm>
        </p:grpSpPr>
        <p:sp>
          <p:nvSpPr>
            <p:cNvPr id="6" name="Rounded Rectangle 5"/>
            <p:cNvSpPr/>
            <p:nvPr/>
          </p:nvSpPr>
          <p:spPr>
            <a:xfrm>
              <a:off x="731520" y="2148840"/>
              <a:ext cx="3383280" cy="16916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005840" y="2423160"/>
              <a:ext cx="640080" cy="64008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05840" y="2532888"/>
              <a:ext cx="64008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/>
                  <a:ea typeface="微软雅黑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28800" y="2496312"/>
              <a:ext cx="219456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800" b="1">
                  <a:solidFill>
                    <a:srgbClr val="17323A"/>
                  </a:solidFill>
                  <a:latin typeface="微软雅黑"/>
                  <a:ea typeface="微软雅黑"/>
                </a:rPr>
                <a:t>目录标题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28800" y="3017520"/>
              <a:ext cx="2194560" cy="5486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7C8F94"/>
                  </a:solidFill>
                  <a:latin typeface="微软雅黑"/>
                  <a:ea typeface="微软雅黑"/>
                </a:rPr>
                <a:t>简要说明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89120" y="2148840"/>
            <a:ext cx="3383280" cy="1691640"/>
            <a:chOff x="4389120" y="2148840"/>
            <a:chExt cx="3383280" cy="1691640"/>
          </a:xfrm>
        </p:grpSpPr>
        <p:sp>
          <p:nvSpPr>
            <p:cNvPr id="12" name="Rounded Rectangle 11"/>
            <p:cNvSpPr/>
            <p:nvPr/>
          </p:nvSpPr>
          <p:spPr>
            <a:xfrm>
              <a:off x="4389120" y="2148840"/>
              <a:ext cx="3383280" cy="16916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4663440" y="2423160"/>
              <a:ext cx="640080" cy="64008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63440" y="2532888"/>
              <a:ext cx="64008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/>
                  <a:ea typeface="微软雅黑"/>
                </a:rPr>
                <a:t>02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86400" y="2496312"/>
              <a:ext cx="219456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800" b="1">
                  <a:solidFill>
                    <a:srgbClr val="17323A"/>
                  </a:solidFill>
                  <a:latin typeface="微软雅黑"/>
                  <a:ea typeface="微软雅黑"/>
                </a:rPr>
                <a:t>目录标题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486400" y="3017520"/>
              <a:ext cx="2194560" cy="5486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7C8F94"/>
                  </a:solidFill>
                  <a:latin typeface="微软雅黑"/>
                  <a:ea typeface="微软雅黑"/>
                </a:rPr>
                <a:t>简要说明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046720" y="2148840"/>
            <a:ext cx="3383280" cy="1691640"/>
            <a:chOff x="8046720" y="2148840"/>
            <a:chExt cx="3383280" cy="1691640"/>
          </a:xfrm>
        </p:grpSpPr>
        <p:sp>
          <p:nvSpPr>
            <p:cNvPr id="18" name="Rounded Rectangle 17"/>
            <p:cNvSpPr/>
            <p:nvPr/>
          </p:nvSpPr>
          <p:spPr>
            <a:xfrm>
              <a:off x="8046720" y="2148840"/>
              <a:ext cx="3383280" cy="16916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8321040" y="2423160"/>
              <a:ext cx="640080" cy="64008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321040" y="2532888"/>
              <a:ext cx="64008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/>
                  <a:ea typeface="微软雅黑"/>
                </a:rPr>
                <a:t>03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144000" y="2496312"/>
              <a:ext cx="219456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800" b="1">
                  <a:solidFill>
                    <a:srgbClr val="17323A"/>
                  </a:solidFill>
                  <a:latin typeface="微软雅黑"/>
                  <a:ea typeface="微软雅黑"/>
                </a:rPr>
                <a:t>目录标题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144000" y="3017520"/>
              <a:ext cx="2194560" cy="5486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7C8F94"/>
                  </a:solidFill>
                  <a:latin typeface="微软雅黑"/>
                  <a:ea typeface="微软雅黑"/>
                </a:rPr>
                <a:t>简要说明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31520" y="4114800"/>
            <a:ext cx="3383280" cy="1691640"/>
            <a:chOff x="731520" y="4114800"/>
            <a:chExt cx="3383280" cy="1691640"/>
          </a:xfrm>
        </p:grpSpPr>
        <p:sp>
          <p:nvSpPr>
            <p:cNvPr id="24" name="Rounded Rectangle 23"/>
            <p:cNvSpPr/>
            <p:nvPr/>
          </p:nvSpPr>
          <p:spPr>
            <a:xfrm>
              <a:off x="731520" y="4114800"/>
              <a:ext cx="3383280" cy="16916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1005840" y="4389120"/>
              <a:ext cx="640080" cy="64008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05840" y="4498848"/>
              <a:ext cx="64008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/>
                  <a:ea typeface="微软雅黑"/>
                </a:rPr>
                <a:t>04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28800" y="4462272"/>
              <a:ext cx="219456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800" b="1">
                  <a:solidFill>
                    <a:srgbClr val="17323A"/>
                  </a:solidFill>
                  <a:latin typeface="微软雅黑"/>
                  <a:ea typeface="微软雅黑"/>
                </a:rPr>
                <a:t>目录标题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828800" y="4983480"/>
              <a:ext cx="2194560" cy="5486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7C8F94"/>
                  </a:solidFill>
                  <a:latin typeface="微软雅黑"/>
                  <a:ea typeface="微软雅黑"/>
                </a:rPr>
                <a:t>简要说明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389120" y="4114800"/>
            <a:ext cx="3383280" cy="1691640"/>
            <a:chOff x="4389120" y="4114800"/>
            <a:chExt cx="3383280" cy="1691640"/>
          </a:xfrm>
        </p:grpSpPr>
        <p:sp>
          <p:nvSpPr>
            <p:cNvPr id="30" name="Rounded Rectangle 29"/>
            <p:cNvSpPr/>
            <p:nvPr/>
          </p:nvSpPr>
          <p:spPr>
            <a:xfrm>
              <a:off x="4389120" y="4114800"/>
              <a:ext cx="3383280" cy="16916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4663440" y="4389120"/>
              <a:ext cx="640080" cy="64008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663440" y="4498848"/>
              <a:ext cx="64008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/>
                  <a:ea typeface="微软雅黑"/>
                </a:rPr>
                <a:t>05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486400" y="4462272"/>
              <a:ext cx="219456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800" b="1">
                  <a:solidFill>
                    <a:srgbClr val="17323A"/>
                  </a:solidFill>
                  <a:latin typeface="微软雅黑"/>
                  <a:ea typeface="微软雅黑"/>
                </a:rPr>
                <a:t>目录标题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486400" y="4983480"/>
              <a:ext cx="2194560" cy="5486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7C8F94"/>
                  </a:solidFill>
                  <a:latin typeface="微软雅黑"/>
                  <a:ea typeface="微软雅黑"/>
                </a:rPr>
                <a:t>简要说明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8046720" y="4114800"/>
            <a:ext cx="3383280" cy="1691640"/>
            <a:chOff x="8046720" y="4114800"/>
            <a:chExt cx="3383280" cy="1691640"/>
          </a:xfrm>
        </p:grpSpPr>
        <p:sp>
          <p:nvSpPr>
            <p:cNvPr id="36" name="Rounded Rectangle 35"/>
            <p:cNvSpPr/>
            <p:nvPr/>
          </p:nvSpPr>
          <p:spPr>
            <a:xfrm>
              <a:off x="8046720" y="4114800"/>
              <a:ext cx="3383280" cy="16916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8321040" y="4389120"/>
              <a:ext cx="640080" cy="64008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321040" y="4498848"/>
              <a:ext cx="64008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/>
                  <a:ea typeface="微软雅黑"/>
                </a:rPr>
                <a:t>06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144000" y="4462272"/>
              <a:ext cx="219456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800" b="1">
                  <a:solidFill>
                    <a:srgbClr val="17323A"/>
                  </a:solidFill>
                  <a:latin typeface="微软雅黑"/>
                  <a:ea typeface="微软雅黑"/>
                </a:rPr>
                <a:t>目录标题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144000" y="4983480"/>
              <a:ext cx="2194560" cy="5486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7C8F94"/>
                  </a:solidFill>
                  <a:latin typeface="微软雅黑"/>
                  <a:ea typeface="微软雅黑"/>
                </a:rPr>
                <a:t>简要说明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14400" y="21488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50592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E9AA7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2402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章节标题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30632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5F3EF"/>
                </a:solidFill>
                <a:latin typeface="微软雅黑"/>
                <a:ea typeface="微软雅黑"/>
              </a:rPr>
              <a:t>章节副标题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单击此处添加标题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2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5563"/>
                </a:solidFill>
                <a:latin typeface="微软雅黑"/>
                <a:ea typeface="微软雅黑"/>
              </a:rPr>
              <a:t>小标题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60320"/>
            <a:ext cx="457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7C8F94"/>
                </a:solidFill>
                <a:latin typeface="微软雅黑"/>
                <a:ea typeface="微软雅黑"/>
              </a:rPr>
              <a:t>此处输入正文内容。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94360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85800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530352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感谢聆听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5F3EF"/>
                </a:solidFill>
                <a:latin typeface="微软雅黑"/>
                <a:ea typeface="微软雅黑"/>
              </a:rPr>
              <a:t>守护每一份健康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