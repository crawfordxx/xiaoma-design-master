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097280" cy="4572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6355080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9AA5B1"/>
                </a:solidFill>
                <a:latin typeface="微软雅黑"/>
                <a:ea typeface="微软雅黑"/>
              </a:rPr>
              <a:t>HUAZHU 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AA5B1"/>
                </a:solidFill>
                <a:latin typeface="微软雅黑"/>
                <a:ea typeface="微软雅黑"/>
              </a:rPr>
              <a:t>SUBTITLE / 副标题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51960"/>
            <a:ext cx="14630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微软雅黑"/>
                <a:ea typeface="微软雅黑"/>
              </a:rPr>
              <a:t>2026 年度经营汇报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868680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886968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326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64792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288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60904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2491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557015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575303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621023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453128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471416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51713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349240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367528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4132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目录标题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章节标题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微软雅黑"/>
                <a:ea typeface="微软雅黑"/>
              </a:rPr>
              <a:t>SECTION SUBTITLE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页面标题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52B"/>
                </a:solidFill>
                <a:latin typeface="微软雅黑"/>
                <a:ea typeface="微软雅黑"/>
              </a:rPr>
              <a:t>XXXXXX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645920"/>
            <a:ext cx="26060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52B"/>
                </a:solidFill>
                <a:latin typeface="微软雅黑"/>
                <a:ea typeface="微软雅黑"/>
              </a:rPr>
              <a:t>XXXXXX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645920"/>
            <a:ext cx="26060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187451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52B"/>
                </a:solidFill>
                <a:latin typeface="微软雅黑"/>
                <a:ea typeface="微软雅黑"/>
              </a:rPr>
              <a:t>XXXXXX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399" y="1645920"/>
            <a:ext cx="26060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9" y="187451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52B"/>
                </a:solidFill>
                <a:latin typeface="微软雅黑"/>
                <a:ea typeface="微软雅黑"/>
              </a:rPr>
              <a:t>XXXXXX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页面标题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精益求精 · 智造未来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