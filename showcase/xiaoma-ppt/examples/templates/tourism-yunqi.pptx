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6400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42127"/>
            <a:ext cx="566928" cy="340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云栖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2B2B2B"/>
                </a:solidFill>
                <a:latin typeface="思源宋体"/>
                <a:ea typeface="思源宋体"/>
              </a:rPr>
              <a:t>主标题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F7D6D"/>
                </a:solidFill>
                <a:latin typeface="思源宋体"/>
                <a:ea typeface="思源宋体"/>
              </a:rPr>
              <a:t>副标题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C8577"/>
                </a:solidFill>
                <a:latin typeface="微软雅黑"/>
                <a:ea typeface="微软雅黑"/>
              </a:rPr>
              <a:t>云栖文旅集团　·　20XX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B2B"/>
                </a:solidFill>
                <a:latin typeface="思源宋体"/>
                <a:ea typeface="思源宋体"/>
              </a:rPr>
              <a:t>目　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7498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832103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9552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目录标题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03580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目录标题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7608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目录标题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51636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目录标题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8408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75664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目录标题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0" b="1">
                <a:solidFill>
                  <a:srgbClr val="F3E3C3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章节标题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7E6DF"/>
                </a:solidFill>
                <a:latin typeface="微软雅黑"/>
                <a:ea typeface="微软雅黑"/>
              </a:rPr>
              <a:t>章节副标题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页面标题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298448"/>
            <a:ext cx="10698480" cy="0"/>
          </a:xfrm>
          <a:prstGeom prst="line">
            <a:avLst/>
          </a:prstGeom>
          <a:ln w="9525">
            <a:solidFill>
              <a:srgbClr val="D8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C8577"/>
                </a:solidFill>
                <a:latin typeface="微软雅黑"/>
                <a:ea typeface="微软雅黑"/>
              </a:rPr>
              <a:t>在此输入正文内容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6400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42127"/>
            <a:ext cx="566928" cy="340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云栖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B2B2B"/>
                </a:solidFill>
                <a:latin typeface="思源宋体"/>
                <a:ea typeface="思源宋体"/>
              </a:rPr>
              <a:t>山水相逢　后会有期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F7D6D"/>
                </a:solidFill>
                <a:latin typeface="思源宋体"/>
                <a:ea typeface="思源宋体"/>
              </a:rPr>
              <a:t>欢迎来云栖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